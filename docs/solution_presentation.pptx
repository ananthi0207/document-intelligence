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BEDBF6-92C2-4FDE-9F8A-C136DC636DB9}">
  <a:tblStyle styleId="{A9BEDBF6-92C2-4FDE-9F8A-C136DC636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b067a54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b067a54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b067a54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b067a54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b067a5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b067a5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b067a54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b067a54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b067a54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ab067a54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b067a54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b067a54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b067a54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b067a54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b067a54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ab067a54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b067a54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b067a54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b067a54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b067a54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b067a541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b067a541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b067a54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b067a54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anthi0207/document-intelligenc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ument-intelligence-fchk.onrender.com/docs" TargetMode="External"/><Relationship Id="rId4" Type="http://schemas.openxmlformats.org/officeDocument/2006/relationships/hyperlink" Target="https://document-intelligence-fchk.onrender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endParaRPr sz="2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Intelligent Document Extraction, Validation &amp; API Platform</a:t>
            </a:r>
            <a:endParaRPr sz="2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446200"/>
            <a:ext cx="8520600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Engineer Internship – Technical Case Study 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36000" y="3225500"/>
            <a:ext cx="4308000" cy="9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Candidate: Ananthi R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Document Intelligence Solution 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12275" y="4459425"/>
            <a:ext cx="76113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800" b="1" dirty="0">
                <a:solidFill>
                  <a:schemeClr val="dk1"/>
                </a:solidFill>
              </a:rPr>
              <a:t>Python / </a:t>
            </a:r>
            <a:r>
              <a:rPr lang="en-IN" sz="1800" b="1" dirty="0" err="1">
                <a:solidFill>
                  <a:schemeClr val="dk1"/>
                </a:solidFill>
              </a:rPr>
              <a:t>FastAPI</a:t>
            </a:r>
            <a:r>
              <a:rPr lang="en-IN" sz="1800" b="1" dirty="0">
                <a:solidFill>
                  <a:schemeClr val="dk1"/>
                </a:solidFill>
              </a:rPr>
              <a:t> / OCR / Gemini / PostgreSQL / SQLite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Problem Statement &amp; Objective </a:t>
            </a:r>
            <a:endParaRPr sz="2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documents arrive in different layouts and formats.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Documents may be native PDFs or scanned PDF/JPG/PNG images.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errors and varying financial tables make manual extraction difficult.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 must extract all meaningful document information into structured JSON.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relationships must be validated using deterministic calculations.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results must be stored and accessible through REST APIs and a dashboard.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pic>
        <p:nvPicPr>
          <p:cNvPr id="64" name="Google Shape;64;p14" title="ChatGPT Image Sep 12, 2026, 01_13_41 AM.png"/>
          <p:cNvPicPr preferRelativeResize="0"/>
          <p:nvPr/>
        </p:nvPicPr>
        <p:blipFill rotWithShape="1">
          <a:blip r:embed="rId3">
            <a:alphaModFix/>
          </a:blip>
          <a:srcRect t="20800" b="27201"/>
          <a:stretch/>
        </p:blipFill>
        <p:spPr>
          <a:xfrm>
            <a:off x="543025" y="2790350"/>
            <a:ext cx="7670877" cy="143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Solution Architecture</a:t>
            </a: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2" name="Google Shape;72;p15"/>
          <p:cNvSpPr txBox="1"/>
          <p:nvPr/>
        </p:nvSpPr>
        <p:spPr>
          <a:xfrm>
            <a:off x="5624550" y="1502350"/>
            <a:ext cx="2671800" cy="26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Modular architecture with separate validation, OCR, extraction, validation, repository and API layers.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>
              <a:buClr>
                <a:schemeClr val="dk1"/>
              </a:buClr>
              <a:buSzPts val="1400"/>
              <a:buChar char="●"/>
            </a:pPr>
            <a:r>
              <a:rPr lang="en-IN" dirty="0"/>
              <a:t>PostgreSQL stores deployed results on Render. SQLite is used locally</a:t>
            </a:r>
          </a:p>
          <a:p>
            <a:pPr marL="457200" lvl="0" indent="-317500"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AI is used for extraction; deterministic Python is used for financial calculations.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DAB5E7-FFD6-B63A-83B0-A9A35887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0" y="1176795"/>
            <a:ext cx="4109611" cy="3285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>
                <a:latin typeface="Times New Roman"/>
                <a:ea typeface="Times New Roman"/>
                <a:cs typeface="Times New Roman"/>
                <a:sym typeface="Times New Roman"/>
              </a:rPr>
              <a:t>Processing Pipeline </a:t>
            </a:r>
            <a:endParaRPr sz="22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Validation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/ JPG / PNG only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3 pages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Empty/corrupted file handling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file integrity check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Strategy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Native PDF text extraction first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OCR.Space for scanned/image documents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Vision fallback when required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 title="ChatGPT Image Sep 12, 2026, 01_04_3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950" y="349925"/>
            <a:ext cx="3766525" cy="453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6479"/>
              <a:buFont typeface="Arial"/>
              <a:buNone/>
            </a:pPr>
            <a:r>
              <a:rPr lang="en" sz="2367" b="1">
                <a:latin typeface="Times New Roman"/>
                <a:ea typeface="Times New Roman"/>
                <a:cs typeface="Times New Roman"/>
                <a:sym typeface="Times New Roman"/>
              </a:rPr>
              <a:t>Supported Documents &amp; Structured Extraction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639025" y="1262825"/>
            <a:ext cx="19932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details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 / customer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Currency and totals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items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 / tax / rounding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784250" y="1262825"/>
            <a:ext cx="18714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Sheet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headers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Reporting periods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Liabilities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line items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807675" y="1263300"/>
            <a:ext cx="18714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&amp; Loss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values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periods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Appropriation information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907450" y="1262950"/>
            <a:ext cx="17193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Flow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/ closing cash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 / adjustments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69450" y="4260100"/>
            <a:ext cx="369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or unsupported values →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</a:t>
            </a:r>
            <a:endParaRPr sz="15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guessing or invented values.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42775" y="169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 dirty="0">
                <a:latin typeface="Times New Roman"/>
                <a:ea typeface="Times New Roman"/>
                <a:cs typeface="Times New Roman"/>
                <a:sym typeface="Times New Roman"/>
              </a:rPr>
              <a:t>Financial Validation </a:t>
            </a:r>
            <a:endParaRPr sz="212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775" y="836800"/>
            <a:ext cx="5926200" cy="3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calculations are performed using Python, not the LLM.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92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nvoice 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Sheet </a:t>
            </a:r>
            <a:endParaRPr sz="1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940600" y="1399750"/>
            <a:ext cx="4891800" cy="3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&amp; Loss</a:t>
            </a:r>
            <a:endParaRPr sz="1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Flow 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91050" y="1785400"/>
            <a:ext cx="3075900" cy="186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Quantity × Unit Price ≈ Line Amount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Sum(Line Amounts) ≈ Subtotal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Amount + Tax + Round Off ≈ Total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Paid − Total ≈ Change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534175" y="4075175"/>
            <a:ext cx="3075900" cy="37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&amp; Liabilities ≈ Total Assets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57925" y="1852041"/>
            <a:ext cx="2981100" cy="127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 Earned + Other Income ≈ Total Income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Income − Total Expenditure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Net Profit before Minority Interest</a:t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057925" y="3437675"/>
            <a:ext cx="3334200" cy="127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OCF + ICF + FCF + FX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Net Change in Cash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Cash + Net Change + Adjustments ≈ Closing Cash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449550" y="177950"/>
            <a:ext cx="484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Financial Validation – PASS &amp; FAIL Examples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34275" y="3637650"/>
            <a:ext cx="49524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34275" y="653900"/>
            <a:ext cx="3902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Successful validation -</a:t>
            </a:r>
            <a:r>
              <a:rPr lang="en" sz="1100">
                <a:solidFill>
                  <a:schemeClr val="dk1"/>
                </a:solidFill>
              </a:rPr>
              <a:t>PASS Case – Invoice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20251118_000612.jpg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534275" y="1137000"/>
          <a:ext cx="4519375" cy="2395700"/>
        </p:xfrm>
        <a:graphic>
          <a:graphicData uri="http://schemas.openxmlformats.org/drawingml/2006/table">
            <a:tbl>
              <a:tblPr>
                <a:noFill/>
                <a:tableStyleId>{A9BEDBF6-92C2-4FDE-9F8A-C136DC636DB9}</a:tableStyleId>
              </a:tblPr>
              <a:tblGrid>
                <a:gridCol w="375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Check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Line-item calculations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Discount handling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 items → Subtotal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Taxable Amount + Tax + Round Off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Invoice Total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Google Shape;109;p19"/>
          <p:cNvSpPr txBox="1"/>
          <p:nvPr/>
        </p:nvSpPr>
        <p:spPr>
          <a:xfrm>
            <a:off x="5600125" y="715100"/>
            <a:ext cx="286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failure detected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 Case – Invoice batch2-0499.jpg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643200" y="1395725"/>
            <a:ext cx="3500700" cy="2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line-item amounts = 145.00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subtotal        = 135.00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                = 10.00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                   = FAIL 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does not force documents to PASS.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reports genuine financial inconsistencies found in the source document.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542775" y="3670225"/>
            <a:ext cx="2998200" cy="128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Amount = 5,815.17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 Amount     = 1,046.72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Off      = 0.11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5,815.17 + 1,046.72 + 0.11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6,862.00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PASS 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APIs, Dashboard &amp; Persistence 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07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API’S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/api/v1/documents/process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/api/v1/documents/{document_name}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/api/v1/documents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/api/v1/health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0" title="Screenshot 2026-09-12 055514.png"/>
          <p:cNvPicPr preferRelativeResize="0"/>
          <p:nvPr/>
        </p:nvPicPr>
        <p:blipFill rotWithShape="1">
          <a:blip r:embed="rId3">
            <a:alphaModFix/>
          </a:blip>
          <a:srcRect b="19840"/>
          <a:stretch/>
        </p:blipFill>
        <p:spPr>
          <a:xfrm>
            <a:off x="3686700" y="5143500"/>
            <a:ext cx="4965700" cy="4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4047100" y="1262825"/>
            <a:ext cx="4785300" cy="31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type selection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PDF/JPG/PNG upload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status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key-value fields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Line-item tables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validation results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JSON viewer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Database-backed processed-document list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80375" y="3605875"/>
            <a:ext cx="6892200" cy="1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automatically provides Swagger/OpenAPI documentation at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/docs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Technology Stack &amp; Engineering Decisions </a:t>
            </a:r>
            <a:endParaRPr sz="2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21"/>
          <p:cNvGraphicFramePr/>
          <p:nvPr>
            <p:extLst>
              <p:ext uri="{D42A27DB-BD31-4B8C-83A1-F6EECF244321}">
                <p14:modId xmlns:p14="http://schemas.microsoft.com/office/powerpoint/2010/main" val="3534425131"/>
              </p:ext>
            </p:extLst>
          </p:nvPr>
        </p:nvGraphicFramePr>
        <p:xfrm>
          <a:off x="448525" y="513500"/>
          <a:ext cx="4457775" cy="4395623"/>
        </p:xfrm>
        <a:graphic>
          <a:graphicData uri="http://schemas.openxmlformats.org/drawingml/2006/table">
            <a:tbl>
              <a:tblPr>
                <a:noFill/>
                <a:tableStyleId>{A9BEDBF6-92C2-4FDE-9F8A-C136DC636DB9}</a:tableStyleId>
              </a:tblPr>
              <a:tblGrid>
                <a:gridCol w="16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Backend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FastAPI / Python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Structured schemas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Pydantic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AI extraction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Gemini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OCR.Space + Gemini Vision fallback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PDF handling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PyPDF / PyMuPDF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Database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PostgreSQL + SQLite + </a:t>
                      </a:r>
                      <a:r>
                        <a:rPr lang="en-IN" sz="1200" dirty="0" err="1"/>
                        <a:t>SQLAlchemy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Frontend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HTML / CSS / JavaScript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API documentation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Swagger / OpenAPI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Version control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GitHub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Deployment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Render </a:t>
                      </a:r>
                      <a:endParaRPr sz="1200" i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7" name="Google Shape;127;p21"/>
          <p:cNvSpPr txBox="1"/>
          <p:nvPr/>
        </p:nvSpPr>
        <p:spPr>
          <a:xfrm>
            <a:off x="5202700" y="555050"/>
            <a:ext cx="3322800" cy="4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Design Decisions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selects document type — no unnecessary auto-classifier.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handles unstructured extraction.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handles deterministic arithmetic.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Evidence/source text improves traceability.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services improve maintainability.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protect API keys.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 title="Screenshot 2026-09-12 061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825" y="264025"/>
            <a:ext cx="5948024" cy="16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391" y="1994500"/>
            <a:ext cx="5948025" cy="30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259900" y="111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>
                <a:latin typeface="Times New Roman"/>
                <a:ea typeface="Times New Roman"/>
                <a:cs typeface="Times New Roman"/>
                <a:sym typeface="Times New Roman"/>
              </a:rPr>
              <a:t>Testing, Limitations &amp; Deployment </a:t>
            </a:r>
            <a:endParaRPr sz="16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1"/>
          </p:nvPr>
        </p:nvSpPr>
        <p:spPr>
          <a:xfrm>
            <a:off x="311700" y="569850"/>
            <a:ext cx="5308800" cy="3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all four document types.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scanned/image invoices.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valid financial reconciliation.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real financial validation failure.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missing values.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OCR fallback.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Invalid/unsupported file test.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automated tests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Limitations 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accuracy depends on source image quality.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Free-tier API/model quotas may affect availability.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04800"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complex table layouts can produce row alignment issues.</a:t>
            </a:r>
            <a:r>
              <a:rPr lang="en-IN" sz="1200" dirty="0"/>
              <a:t> </a:t>
            </a:r>
          </a:p>
          <a:p>
            <a:pPr lvl="0" indent="-304800"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is used locally; deployed persistence uses PostgreSQL on Render.</a:t>
            </a:r>
          </a:p>
          <a:p>
            <a:pPr lvl="0" indent="-304800"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scoring not implemented.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222875" y="236825"/>
            <a:ext cx="4349100" cy="25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Improvements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managed database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task queue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robust table extraction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/ authorization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metrics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evaluation dataset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deployment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dirty="0"/>
          </a:p>
        </p:txBody>
      </p:sp>
      <p:sp>
        <p:nvSpPr>
          <p:cNvPr id="145" name="Google Shape;145;p24"/>
          <p:cNvSpPr txBox="1"/>
          <p:nvPr/>
        </p:nvSpPr>
        <p:spPr>
          <a:xfrm>
            <a:off x="415676" y="2571750"/>
            <a:ext cx="8426700" cy="24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GitHub: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hlinkClick r:id="rId3"/>
              </a:rPr>
              <a:t>https://github.com/Ananthi0207/document-intelligence</a:t>
            </a:r>
            <a:endParaRPr lang="en"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Frontend:</a:t>
            </a:r>
            <a:endParaRPr sz="13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IN" sz="1200" dirty="0">
                <a:hlinkClick r:id="rId4"/>
              </a:rPr>
              <a:t>https://document-intelligence-fchk.onrender.com/</a:t>
            </a:r>
            <a:endParaRPr lang="en-IN" sz="1200" dirty="0"/>
          </a:p>
          <a:p>
            <a:pPr lvl="0">
              <a:buClr>
                <a:schemeClr val="dk1"/>
              </a:buClr>
              <a:buSzPts val="1100"/>
            </a:pPr>
            <a:r>
              <a:rPr lang="en" sz="1300" dirty="0">
                <a:solidFill>
                  <a:schemeClr val="dk1"/>
                </a:solidFill>
              </a:rPr>
              <a:t>API:</a:t>
            </a:r>
            <a:endParaRPr sz="13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IN" dirty="0">
                <a:hlinkClick r:id="rId4"/>
              </a:rPr>
              <a:t>https://document-intelligence-fchk.onrender.com</a:t>
            </a:r>
            <a:endParaRPr lang="en-IN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Swagger: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IN" sz="1200" dirty="0">
                <a:hlinkClick r:id="rId5"/>
              </a:rPr>
              <a:t>https://document-intelligence-fchk.onrender.com/docs</a:t>
            </a:r>
            <a:endParaRPr lang="en-IN" sz="1200" dirty="0"/>
          </a:p>
          <a:p>
            <a:pPr lvl="0">
              <a:buClr>
                <a:schemeClr val="dk1"/>
              </a:buClr>
              <a:buSzPts val="1100"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9145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311700" y="501700"/>
            <a:ext cx="7640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document intelligence prototype supporting four financial document types.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OCR + LLM extraction with deterministic financial validation and evidence-grounded structured output.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results through REST APIs, persistent storage and a web dashboard.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source-grounded extraction with evidence text and page references to improve traceability.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database-backed persistence so processed documents can be retrieved later and viewed through the dashboard.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solution in a modular way so OCR, AI extraction, financial validation, API, and database layers can be improved independently.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899</Words>
  <Application>Microsoft Office PowerPoint</Application>
  <PresentationFormat>On-screen Show (16:9)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Times New Roman</vt:lpstr>
      <vt:lpstr>Roboto Mono</vt:lpstr>
      <vt:lpstr>Arial</vt:lpstr>
      <vt:lpstr>Simple Light</vt:lpstr>
      <vt:lpstr>Title: Intelligent Document Extraction, Validation &amp; API Platform </vt:lpstr>
      <vt:lpstr>Problem Statement &amp; Objective </vt:lpstr>
      <vt:lpstr>Solution Architecture </vt:lpstr>
      <vt:lpstr>Processing Pipeline </vt:lpstr>
      <vt:lpstr>Supported Documents &amp; Structured Extraction </vt:lpstr>
      <vt:lpstr>Financial Validation </vt:lpstr>
      <vt:lpstr>Financial Validation – PASS &amp; FAIL Examples </vt:lpstr>
      <vt:lpstr>APIs, Dashboard &amp; Persistence </vt:lpstr>
      <vt:lpstr>Technology Stack &amp; Engineering Decisions </vt:lpstr>
      <vt:lpstr>PowerPoint Presentation</vt:lpstr>
      <vt:lpstr>Testing, Limitations &amp; Deployment 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ananthi</dc:creator>
  <cp:lastModifiedBy>ananthi0005@outlook.com</cp:lastModifiedBy>
  <cp:revision>4</cp:revision>
  <dcterms:modified xsi:type="dcterms:W3CDTF">2026-09-12T05:37:04Z</dcterms:modified>
</cp:coreProperties>
</file>